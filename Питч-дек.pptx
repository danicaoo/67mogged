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60" r:id="rId4"/>
    <p:sldId id="261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240B"/>
    <a:srgbClr val="FF2020"/>
    <a:srgbClr val="FF762D"/>
    <a:srgbClr val="FFDD86"/>
    <a:srgbClr val="28AE70"/>
    <a:srgbClr val="A58B77"/>
    <a:srgbClr val="8C6A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6405"/>
  </p:normalViewPr>
  <p:slideViewPr>
    <p:cSldViewPr snapToGrid="0">
      <p:cViewPr>
        <p:scale>
          <a:sx n="77" d="100"/>
          <a:sy n="77" d="100"/>
        </p:scale>
        <p:origin x="2104" y="1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Наглядный пример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СТИЛЬ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МЫ</c:v>
                </c:pt>
                <c:pt idx="1">
                  <c:v>КОНКУРЕНТЫ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4.3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D5-FD4C-A539-A7447D22FA5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ХАЙП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МЫ</c:v>
                </c:pt>
                <c:pt idx="1">
                  <c:v>КОНКУРЕНТЫ</c:v>
                </c:pt>
              </c:strCache>
            </c:str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4.4000000000000004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D5-FD4C-A539-A7447D22FA5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УСПЕХ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МЫ</c:v>
                </c:pt>
                <c:pt idx="1">
                  <c:v>КОНКУРЕНТЫ</c:v>
                </c:pt>
              </c:strCache>
            </c:strRef>
          </c:cat>
          <c:val>
            <c:numRef>
              <c:f>Лист1!$D$2:$D$3</c:f>
              <c:numCache>
                <c:formatCode>General</c:formatCode>
                <c:ptCount val="2"/>
                <c:pt idx="0">
                  <c:v>5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4D5-FD4C-A539-A7447D22FA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23256912"/>
        <c:axId val="1123259184"/>
      </c:barChart>
      <c:catAx>
        <c:axId val="1123256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23259184"/>
        <c:crosses val="autoZero"/>
        <c:auto val="1"/>
        <c:lblAlgn val="ctr"/>
        <c:lblOffset val="100"/>
        <c:noMultiLvlLbl val="0"/>
      </c:catAx>
      <c:valAx>
        <c:axId val="1123259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232569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10/27/26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601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10/27/26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482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10/27/26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576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10/27/26</a:t>
            </a:fld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3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раздел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10/27/26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77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10/27/26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21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8A60B404-9532-4DA8-8A40-EC339A5BE635}" type="datetime1">
              <a:rPr lang="en-US" smtClean="0"/>
              <a:t>10/27/26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418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B700-8552-46A0-B700-5DA0068ADBFC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471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D9374-B0AF-43C5-90A8-C409C7D54B55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412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10/27/26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919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10/27/26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96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10/27/26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5233320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10/27/26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30221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10/27/26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704586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10/27/26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10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10/27/26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388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10/27/26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0837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10/27/26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5145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10/27/26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848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10/27/26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761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10/27/26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485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10/27/26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0147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10/27/26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786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10/27/26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4762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10/27/26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8453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10/27/26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334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10/27/26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101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10/27/26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869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30" r:id="rId2"/>
    <p:sldLayoutId id="2147483789" r:id="rId3"/>
    <p:sldLayoutId id="2147483819" r:id="rId4"/>
    <p:sldLayoutId id="2147483731" r:id="rId5"/>
    <p:sldLayoutId id="2147483743" r:id="rId6"/>
    <p:sldLayoutId id="2147483788" r:id="rId7"/>
    <p:sldLayoutId id="2147483795" r:id="rId8"/>
    <p:sldLayoutId id="2147483797" r:id="rId9"/>
    <p:sldLayoutId id="2147483816" r:id="rId10"/>
    <p:sldLayoutId id="2147483814" r:id="rId11"/>
    <p:sldLayoutId id="2147483815" r:id="rId12"/>
    <p:sldLayoutId id="2147483813" r:id="rId13"/>
    <p:sldLayoutId id="2147483810" r:id="rId14"/>
    <p:sldLayoutId id="2147483809" r:id="rId15"/>
    <p:sldLayoutId id="2147483806" r:id="rId16"/>
    <p:sldLayoutId id="2147483802" r:id="rId17"/>
    <p:sldLayoutId id="2147483768" r:id="rId18"/>
    <p:sldLayoutId id="2147483769" r:id="rId19"/>
    <p:sldLayoutId id="2147483774" r:id="rId20"/>
    <p:sldLayoutId id="2147483775" r:id="rId21"/>
    <p:sldLayoutId id="2147483798" r:id="rId22"/>
    <p:sldLayoutId id="2147483799" r:id="rId23"/>
    <p:sldLayoutId id="2147483734" r:id="rId24"/>
    <p:sldLayoutId id="2147483782" r:id="rId25"/>
    <p:sldLayoutId id="2147483785" r:id="rId26"/>
    <p:sldLayoutId id="2147483786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97F42E-5825-92DC-3E99-73EBCAA16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>
                <a:solidFill>
                  <a:srgbClr val="FF2020"/>
                </a:solidFill>
              </a:rPr>
            </a:br>
            <a:r>
              <a:rPr lang="ru-RU" dirty="0" err="1">
                <a:solidFill>
                  <a:srgbClr val="FF2020"/>
                </a:solidFill>
              </a:rPr>
              <a:t>ТвойУнивер</a:t>
            </a:r>
            <a:br>
              <a:rPr lang="ru-RU" dirty="0">
                <a:solidFill>
                  <a:srgbClr val="4B240B"/>
                </a:solidFill>
              </a:rPr>
            </a:br>
            <a:r>
              <a:rPr lang="ru-RU" sz="4400" dirty="0">
                <a:solidFill>
                  <a:srgbClr val="4B240B"/>
                </a:solidFill>
              </a:rPr>
              <a:t>сервис </a:t>
            </a:r>
            <a:r>
              <a:rPr lang="en-US" sz="4400" dirty="0" err="1">
                <a:solidFill>
                  <a:srgbClr val="4B240B"/>
                </a:solidFill>
              </a:rPr>
              <a:t>д</a:t>
            </a:r>
            <a:r>
              <a:rPr lang="ru-RU" sz="4400" dirty="0">
                <a:solidFill>
                  <a:srgbClr val="4B240B"/>
                </a:solidFill>
              </a:rPr>
              <a:t>ля абитуриентов</a:t>
            </a:r>
            <a:br>
              <a:rPr lang="ru-RU" sz="4400" dirty="0">
                <a:solidFill>
                  <a:srgbClr val="4B240B"/>
                </a:solidFill>
              </a:rPr>
            </a:br>
            <a:br>
              <a:rPr lang="ru-RU" sz="4400" dirty="0">
                <a:solidFill>
                  <a:srgbClr val="4B240B"/>
                </a:solidFill>
              </a:rPr>
            </a:br>
            <a:br>
              <a:rPr lang="ru-RU" sz="4400" dirty="0">
                <a:solidFill>
                  <a:srgbClr val="4B240B"/>
                </a:solidFill>
              </a:rPr>
            </a:br>
            <a:br>
              <a:rPr lang="ru-RU" sz="4400" dirty="0">
                <a:solidFill>
                  <a:srgbClr val="4B240B"/>
                </a:solidFill>
              </a:rPr>
            </a:br>
            <a:endParaRPr lang="ru-RU" sz="4400" dirty="0">
              <a:solidFill>
                <a:srgbClr val="4B240B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BD4B491-809A-470B-7812-85ECB32E54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ru-RU" dirty="0"/>
              <a:t>«Учиться, учиться и ещё раз учиться!» - В.И. Ленин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30FD891-2D92-26F3-1CAE-C45895C71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122" y="1854200"/>
            <a:ext cx="3149600" cy="3149600"/>
          </a:xfrm>
          <a:prstGeom prst="rect">
            <a:avLst/>
          </a:prstGeom>
          <a:ln>
            <a:solidFill>
              <a:srgbClr val="FF2020"/>
            </a:solidFill>
          </a:ln>
        </p:spPr>
      </p:pic>
    </p:spTree>
    <p:extLst>
      <p:ext uri="{BB962C8B-B14F-4D97-AF65-F5344CB8AC3E}">
        <p14:creationId xmlns:p14="http://schemas.microsoft.com/office/powerpoint/2010/main" val="3490090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CF3C50-D860-4CF7-741A-C1651059D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мы предлагаем?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B709C9-C9C8-2A0A-8E2E-1F201DBDFA71}"/>
              </a:ext>
            </a:extLst>
          </p:cNvPr>
          <p:cNvSpPr txBox="1"/>
          <p:nvPr/>
        </p:nvSpPr>
        <p:spPr>
          <a:xfrm>
            <a:off x="1088136" y="2244436"/>
            <a:ext cx="64556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Н</a:t>
            </a:r>
            <a:r>
              <a:rPr lang="ru-RU" dirty="0" err="1"/>
              <a:t>аш</a:t>
            </a:r>
            <a:r>
              <a:rPr lang="ru-RU" dirty="0"/>
              <a:t> сервис предлагает абитуриентам упростить поиск образовательных направлений в различных ВУЗах страны.</a:t>
            </a:r>
          </a:p>
          <a:p>
            <a:r>
              <a:rPr lang="ru-RU" dirty="0"/>
              <a:t>Все максимально просто ⎯ мы учитываем пожелания будущего студента по местоположению университета, оцениваем подходящие направления по экзаменам ЕГЭ и даем сводку наиболее подходящих направлений с информацией о среднем балле для поступления и кратким описанием программы.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2BB5AE9-64DE-7076-C8BB-D2EC71DF7C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14" y="4082365"/>
            <a:ext cx="8046171" cy="2689905"/>
          </a:xfrm>
        </p:spPr>
      </p:pic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77EB4DC6-0633-65F2-FF21-179ECBFAC94D}"/>
              </a:ext>
            </a:extLst>
          </p:cNvPr>
          <p:cNvCxnSpPr/>
          <p:nvPr/>
        </p:nvCxnSpPr>
        <p:spPr>
          <a:xfrm>
            <a:off x="4873336" y="5361709"/>
            <a:ext cx="2389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18D5AA5-FB93-E94D-B9DB-97BE393A2F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0265" y="1860838"/>
            <a:ext cx="2933598" cy="260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278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63510D-D15F-83DC-49C5-D20020B9A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проблемы это решает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9A1BF2-31B4-E205-F8E2-488337F21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745" y="1880756"/>
            <a:ext cx="5517573" cy="4558144"/>
          </a:xfrm>
        </p:spPr>
        <p:txBody>
          <a:bodyPr>
            <a:noAutofit/>
          </a:bodyPr>
          <a:lstStyle/>
          <a:p>
            <a:r>
              <a:rPr lang="en-US" sz="1800" dirty="0" err="1"/>
              <a:t>Е</a:t>
            </a:r>
            <a:r>
              <a:rPr lang="ru-RU" sz="1800" dirty="0" err="1"/>
              <a:t>жегодно</a:t>
            </a:r>
            <a:r>
              <a:rPr lang="ru-RU" sz="1800" dirty="0"/>
              <a:t> миллион абитуриентов сталкивается с недоступностью информацией о направлениях в интересующих их университетах. Очень часто на сайтах ВУЗов тяжело сориентироваться и найти перечень всех программ обучения с проходными баллами прошлых лет. Более того, часто абитуриенты даже не представляют какая программа им подойдет лучше всего, а ведь от этого зависит их будущее. Наш сервис собирает информацию по всем университетам страны и персонально подбирает самые подходящие варианты, основываясь на информации об абитуриенте.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832F7B-C74C-9098-2773-FA69D1C96B91}"/>
              </a:ext>
            </a:extLst>
          </p:cNvPr>
          <p:cNvSpPr txBox="1"/>
          <p:nvPr/>
        </p:nvSpPr>
        <p:spPr>
          <a:xfrm>
            <a:off x="7877463" y="4977245"/>
            <a:ext cx="38446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4B240B"/>
                </a:solidFill>
              </a:rPr>
              <a:t>Так абитуриент узнает не только какие программы ему больше всего подходят, но и может найдет для себя ВУЗ о котором даже не задумывался. Краткая сводка с описанием направления так же поможет абитуриенту сделать свой выбор в пользу своему будущему.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3EBC80C-ECD7-BFFB-618C-7FAA17F38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738" y="1880755"/>
            <a:ext cx="1848204" cy="157909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A94D8E7-F1F4-8EAC-8746-10AFB1B2D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949" y="1880755"/>
            <a:ext cx="1848204" cy="157909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FCA31EC-AD06-7A65-5D5F-2FEE92C8F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148" y="881689"/>
            <a:ext cx="1848204" cy="157909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713EC3A-044C-F096-0CDD-1DD3CDBE3E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148" y="2231960"/>
            <a:ext cx="2184563" cy="2184563"/>
          </a:xfrm>
          <a:prstGeom prst="rect">
            <a:avLst/>
          </a:prstGeom>
          <a:ln>
            <a:solidFill>
              <a:srgbClr val="FF2020"/>
            </a:solidFill>
          </a:ln>
        </p:spPr>
      </p:pic>
    </p:spTree>
    <p:extLst>
      <p:ext uri="{BB962C8B-B14F-4D97-AF65-F5344CB8AC3E}">
        <p14:creationId xmlns:p14="http://schemas.microsoft.com/office/powerpoint/2010/main" val="3492930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26B442-16CB-AF06-42AB-C2B334455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Наши конкуренты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713FD8-F776-2212-0A07-EBAF611ED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5156801" cy="4558144"/>
          </a:xfrm>
        </p:spPr>
        <p:txBody>
          <a:bodyPr/>
          <a:lstStyle/>
          <a:p>
            <a:r>
              <a:rPr lang="ru-RU" dirty="0"/>
              <a:t>В интернете уже есть похожие сервисы, однако мы предлагаем самый просто и быстрый вариант поиска своего университета для абитуриентов без перехода на сторонние сайты, что значительно ускоряет выбор для будущего студента. Так как мы сами студенты, мы совсем недавно сталкивались с такими же проблемами, поэтому учли все нюансы в поиске ВУЗа.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4454145C-093E-760F-59BA-BEAF37363AE6}"/>
              </a:ext>
            </a:extLst>
          </p:cNvPr>
          <p:cNvSpPr/>
          <p:nvPr/>
        </p:nvSpPr>
        <p:spPr>
          <a:xfrm>
            <a:off x="10633409" y="-890493"/>
            <a:ext cx="1980739" cy="1980739"/>
          </a:xfrm>
          <a:prstGeom prst="ellipse">
            <a:avLst/>
          </a:prstGeom>
          <a:solidFill>
            <a:srgbClr val="FF76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E03F5EB2-D977-FFF4-813A-708D59D19841}"/>
              </a:ext>
            </a:extLst>
          </p:cNvPr>
          <p:cNvSpPr/>
          <p:nvPr/>
        </p:nvSpPr>
        <p:spPr>
          <a:xfrm>
            <a:off x="10241280" y="4879757"/>
            <a:ext cx="2452761" cy="2452761"/>
          </a:xfrm>
          <a:prstGeom prst="ellipse">
            <a:avLst/>
          </a:prstGeom>
          <a:solidFill>
            <a:srgbClr val="FFD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A60F2D60-FABB-7EBB-694C-E826A98D1643}"/>
              </a:ext>
            </a:extLst>
          </p:cNvPr>
          <p:cNvSpPr/>
          <p:nvPr/>
        </p:nvSpPr>
        <p:spPr>
          <a:xfrm>
            <a:off x="11793604" y="576049"/>
            <a:ext cx="949155" cy="1028393"/>
          </a:xfrm>
          <a:prstGeom prst="ellipse">
            <a:avLst/>
          </a:prstGeom>
          <a:solidFill>
            <a:srgbClr val="4B24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859D7F1E-37F3-FA01-DF99-CBEC5B467C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6626655"/>
              </p:ext>
            </p:extLst>
          </p:nvPr>
        </p:nvGraphicFramePr>
        <p:xfrm>
          <a:off x="6390638" y="1090246"/>
          <a:ext cx="5532582" cy="3886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41297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Овал 14">
            <a:extLst>
              <a:ext uri="{FF2B5EF4-FFF2-40B4-BE49-F238E27FC236}">
                <a16:creationId xmlns:a16="http://schemas.microsoft.com/office/drawing/2014/main" id="{88DA35C3-4E0B-C7C0-A52D-8AC6401F2A7C}"/>
              </a:ext>
            </a:extLst>
          </p:cNvPr>
          <p:cNvSpPr/>
          <p:nvPr/>
        </p:nvSpPr>
        <p:spPr>
          <a:xfrm>
            <a:off x="-456762" y="4052224"/>
            <a:ext cx="3252355" cy="3252355"/>
          </a:xfrm>
          <a:prstGeom prst="ellipse">
            <a:avLst/>
          </a:prstGeom>
          <a:solidFill>
            <a:srgbClr val="FF76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67FD7FA-CCFC-8D84-FB69-E02EACBBE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/>
              <a:t>Наша команда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7C5E396B-1DDF-3701-2EC0-EC4706FAB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6" y="2992582"/>
            <a:ext cx="4450219" cy="3446318"/>
          </a:xfrm>
          <a:ln>
            <a:noFill/>
          </a:ln>
          <a:effectLst>
            <a:reflection endPos="0" dist="50800" dir="5400000" sy="-100000" algn="bl" rotWithShape="0"/>
          </a:effectLst>
        </p:spPr>
        <p:txBody>
          <a:bodyPr>
            <a:normAutofit/>
          </a:bodyPr>
          <a:lstStyle/>
          <a:p>
            <a:pPr algn="just"/>
            <a:r>
              <a:rPr lang="ru-RU" sz="1800" dirty="0"/>
              <a:t>Наша команда состоит из четырех человек. Каждый сам решил, за что он будет отвечать в проекте, ведь взаимопонимание и уважение играют важную роль при создании стартапа. 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B01C13AA-A4C4-4534-486D-69F16FC96870}"/>
              </a:ext>
            </a:extLst>
          </p:cNvPr>
          <p:cNvSpPr/>
          <p:nvPr/>
        </p:nvSpPr>
        <p:spPr>
          <a:xfrm>
            <a:off x="10307781" y="-904009"/>
            <a:ext cx="2140527" cy="2140527"/>
          </a:xfrm>
          <a:prstGeom prst="ellipse">
            <a:avLst/>
          </a:prstGeom>
          <a:solidFill>
            <a:srgbClr val="FFD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B20DCED9-FCDF-AD65-384B-EEC030773459}"/>
              </a:ext>
            </a:extLst>
          </p:cNvPr>
          <p:cNvSpPr/>
          <p:nvPr/>
        </p:nvSpPr>
        <p:spPr>
          <a:xfrm>
            <a:off x="11201400" y="410441"/>
            <a:ext cx="1652154" cy="1652154"/>
          </a:xfrm>
          <a:prstGeom prst="ellipse">
            <a:avLst/>
          </a:prstGeom>
          <a:solidFill>
            <a:srgbClr val="4B24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0A63FD91-2C93-3DB2-40A6-922CB446224F}"/>
              </a:ext>
            </a:extLst>
          </p:cNvPr>
          <p:cNvSpPr/>
          <p:nvPr/>
        </p:nvSpPr>
        <p:spPr>
          <a:xfrm>
            <a:off x="6016336" y="1535257"/>
            <a:ext cx="2251364" cy="3787485"/>
          </a:xfrm>
          <a:prstGeom prst="roundRect">
            <a:avLst/>
          </a:prstGeom>
          <a:solidFill>
            <a:srgbClr val="FF762D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err="1"/>
              <a:t>F</a:t>
            </a:r>
            <a:r>
              <a:rPr lang="en-US" b="1" dirty="0" err="1"/>
              <a:t>rontend</a:t>
            </a:r>
            <a:endParaRPr lang="en-US" b="1" dirty="0"/>
          </a:p>
          <a:p>
            <a:pPr algn="ctr"/>
            <a:endParaRPr lang="ru-RU" b="1" dirty="0"/>
          </a:p>
          <a:p>
            <a:pPr algn="ctr"/>
            <a:endParaRPr lang="ru-RU" b="1" dirty="0"/>
          </a:p>
          <a:p>
            <a:pPr algn="ctr"/>
            <a:endParaRPr lang="ru-RU" b="1" dirty="0"/>
          </a:p>
          <a:p>
            <a:pPr algn="ctr"/>
            <a:endParaRPr lang="en-US" b="1" dirty="0"/>
          </a:p>
          <a:p>
            <a:pPr algn="ctr"/>
            <a:r>
              <a:rPr lang="ru-RU" b="1" dirty="0"/>
              <a:t>Позднякова Ольга</a:t>
            </a:r>
          </a:p>
          <a:p>
            <a:pPr algn="ctr"/>
            <a:r>
              <a:rPr lang="ru-RU" b="1" dirty="0"/>
              <a:t>Кузнецов Даниил</a:t>
            </a:r>
          </a:p>
          <a:p>
            <a:pPr algn="ctr"/>
            <a:endParaRPr lang="ru-RU" b="1" dirty="0"/>
          </a:p>
          <a:p>
            <a:pPr algn="ctr"/>
            <a:endParaRPr lang="ru-RU" b="1" dirty="0"/>
          </a:p>
          <a:p>
            <a:pPr algn="ctr"/>
            <a:endParaRPr lang="ru-RU" b="1" dirty="0"/>
          </a:p>
          <a:p>
            <a:pPr algn="ctr"/>
            <a:endParaRPr lang="ru-RU" b="1" dirty="0"/>
          </a:p>
          <a:p>
            <a:pPr algn="ctr"/>
            <a:endParaRPr lang="en-US" b="1" dirty="0"/>
          </a:p>
        </p:txBody>
      </p:sp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16F441D3-7AC0-A772-E528-5984CE68ADED}"/>
              </a:ext>
            </a:extLst>
          </p:cNvPr>
          <p:cNvSpPr/>
          <p:nvPr/>
        </p:nvSpPr>
        <p:spPr>
          <a:xfrm>
            <a:off x="8648700" y="1535257"/>
            <a:ext cx="2251364" cy="3787485"/>
          </a:xfrm>
          <a:prstGeom prst="roundRect">
            <a:avLst/>
          </a:prstGeom>
          <a:solidFill>
            <a:srgbClr val="FFDD86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err="1">
                <a:solidFill>
                  <a:schemeClr val="tx1"/>
                </a:solidFill>
              </a:rPr>
              <a:t>B</a:t>
            </a:r>
            <a:r>
              <a:rPr lang="en-US" b="1" dirty="0" err="1">
                <a:solidFill>
                  <a:schemeClr val="tx1"/>
                </a:solidFill>
              </a:rPr>
              <a:t>ackend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ru-RU" b="1" dirty="0">
              <a:solidFill>
                <a:schemeClr val="tx1"/>
              </a:solidFill>
            </a:endParaRPr>
          </a:p>
          <a:p>
            <a:pPr algn="ctr"/>
            <a:endParaRPr lang="ru-RU" b="1" dirty="0">
              <a:solidFill>
                <a:schemeClr val="tx1"/>
              </a:solidFill>
            </a:endParaRPr>
          </a:p>
          <a:p>
            <a:pPr algn="ctr"/>
            <a:endParaRPr lang="ru-RU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 err="1">
                <a:solidFill>
                  <a:schemeClr val="tx1"/>
                </a:solidFill>
              </a:rPr>
              <a:t>М</a:t>
            </a:r>
            <a:r>
              <a:rPr lang="ru-RU" b="1" dirty="0" err="1">
                <a:solidFill>
                  <a:schemeClr val="tx1"/>
                </a:solidFill>
              </a:rPr>
              <a:t>алыгин</a:t>
            </a:r>
            <a:r>
              <a:rPr lang="ru-RU" b="1" dirty="0">
                <a:solidFill>
                  <a:schemeClr val="tx1"/>
                </a:solidFill>
              </a:rPr>
              <a:t> Артем</a:t>
            </a:r>
          </a:p>
          <a:p>
            <a:pPr algn="ctr"/>
            <a:r>
              <a:rPr lang="ru-RU" b="1" dirty="0">
                <a:solidFill>
                  <a:schemeClr val="tx1"/>
                </a:solidFill>
              </a:rPr>
              <a:t>Кузнецов Матвей</a:t>
            </a:r>
            <a:br>
              <a:rPr lang="en-US" b="1" dirty="0">
                <a:solidFill>
                  <a:schemeClr val="tx1"/>
                </a:solidFill>
              </a:rPr>
            </a:br>
            <a:endParaRPr lang="en-US" b="1" dirty="0">
              <a:solidFill>
                <a:schemeClr val="tx1"/>
              </a:solidFill>
            </a:endParaRPr>
          </a:p>
          <a:p>
            <a:pPr algn="ctr"/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530807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A21F4-894B-E90D-5427-1A4100297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</a:t>
            </a:r>
            <a:r>
              <a:rPr lang="ru-RU" dirty="0" err="1"/>
              <a:t>фИнасирования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7CCCAB-1058-F83F-DA9E-21BCC917B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2337956"/>
            <a:ext cx="5007865" cy="4100944"/>
          </a:xfrm>
        </p:spPr>
        <p:txBody>
          <a:bodyPr/>
          <a:lstStyle/>
          <a:p>
            <a:r>
              <a:rPr lang="ru-RU" dirty="0"/>
              <a:t>Для выхода нашего проекта нам необходимо финансирование. Сейчас проект находится на этапе разработки, но в дальнейшем нам понадобятся более мощные сервера для хранения баз данных с и информацией о существующих направлениях в тысячах ВУЗах по всей стране, а так же для корректной работы самого сервиса.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7B5692F-12B5-D5FF-A5E4-ACC8035C55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14066">
            <a:off x="7910854" y="347592"/>
            <a:ext cx="4651753" cy="227581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66E44FF-4F0E-2C0C-0F60-F824DA6EF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61259">
            <a:off x="6764059" y="2355171"/>
            <a:ext cx="4585026" cy="227581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2EE4573-EB33-451E-CAFA-64B6BCDFC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4620">
            <a:off x="8206940" y="4395411"/>
            <a:ext cx="4585026" cy="227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094450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Metadata/LabelInfo.xml><?xml version="1.0" encoding="utf-8"?>
<clbl:labelList xmlns:clbl="http://schemas.microsoft.com/office/2020/mipLabelMetadata">
  <clbl:label id="{1a19d03a-48bc-4359-8038-5b5f6d5847c3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867</TotalTime>
  <Words>367</Words>
  <Application>Microsoft Macintosh PowerPoint</Application>
  <PresentationFormat>Широкоэкранный</PresentationFormat>
  <Paragraphs>33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Neue Haas Grotesk Text Pro</vt:lpstr>
      <vt:lpstr>System Font Regular</vt:lpstr>
      <vt:lpstr>Bjorn</vt:lpstr>
      <vt:lpstr> ТвойУнивер сервис для абитуриентов    </vt:lpstr>
      <vt:lpstr>Что мы предлагаем?</vt:lpstr>
      <vt:lpstr>Какие проблемы это решает?</vt:lpstr>
      <vt:lpstr>Наши конкуренты</vt:lpstr>
      <vt:lpstr>Наша команда</vt:lpstr>
      <vt:lpstr>Цели фИнасирования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ТвойУнивер сервис для абитуриентов    </dc:title>
  <dc:creator>Apple</dc:creator>
  <cp:lastModifiedBy>Apple</cp:lastModifiedBy>
  <cp:revision>2</cp:revision>
  <dcterms:created xsi:type="dcterms:W3CDTF">2026-10-15T08:09:03Z</dcterms:created>
  <dcterms:modified xsi:type="dcterms:W3CDTF">2026-10-27T06:44:08Z</dcterms:modified>
</cp:coreProperties>
</file>